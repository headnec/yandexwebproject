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9827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56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610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50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8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60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67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10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40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62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638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1639BFA-35C2-4389-8D98-720F7F42270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20925B2-FF41-41BC-AC32-9AAFB7A9A4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54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F98A3-2E14-4C3D-AD81-B7DF2E99F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317240"/>
            <a:ext cx="9418320" cy="2598576"/>
          </a:xfrm>
        </p:spPr>
        <p:txBody>
          <a:bodyPr/>
          <a:lstStyle/>
          <a:p>
            <a:pPr algn="ctr"/>
            <a:r>
              <a:rPr lang="en-US" dirty="0"/>
              <a:t>C</a:t>
            </a:r>
            <a:r>
              <a:rPr lang="ru-RU" dirty="0" err="1"/>
              <a:t>айт</a:t>
            </a:r>
            <a:r>
              <a:rPr lang="ru-RU" dirty="0"/>
              <a:t> с интеграцией </a:t>
            </a:r>
            <a:r>
              <a:rPr lang="en-US" dirty="0"/>
              <a:t>static </a:t>
            </a:r>
            <a:r>
              <a:rPr lang="en-US" dirty="0" err="1"/>
              <a:t>api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52C895-D6F3-47EF-97D0-1F0AEFAD4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0121" y="3728064"/>
            <a:ext cx="5198519" cy="1655762"/>
          </a:xfrm>
        </p:spPr>
        <p:txBody>
          <a:bodyPr/>
          <a:lstStyle/>
          <a:p>
            <a:r>
              <a:rPr lang="ru-RU" dirty="0"/>
              <a:t>Киршин Артём</a:t>
            </a:r>
          </a:p>
          <a:p>
            <a:r>
              <a:rPr lang="ru-RU" dirty="0"/>
              <a:t>Морозова Дарья</a:t>
            </a:r>
          </a:p>
        </p:txBody>
      </p:sp>
    </p:spTree>
    <p:extLst>
      <p:ext uri="{BB962C8B-B14F-4D97-AF65-F5344CB8AC3E}">
        <p14:creationId xmlns:p14="http://schemas.microsoft.com/office/powerpoint/2010/main" val="1802004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F0ABC-C81C-4579-9752-EBF48E4E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Принцип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60221F-719E-462E-A6AB-983FDD7FA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352" y="2947289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Пользователь заходит на сайт, регистрирует аккаунт, заходит в аккаунт, вбивает нужное название города или объекта после чего сайт выдает ему фотографию и ссылку </a:t>
            </a:r>
            <a:r>
              <a:rPr lang="ru-RU" dirty="0" err="1"/>
              <a:t>якарт</a:t>
            </a:r>
            <a:r>
              <a:rPr lang="ru-RU" dirty="0"/>
              <a:t> на данный объект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028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73084-07B4-460B-AE2C-37C22887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307C62-10FF-492F-B113-0B7C4767A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Python3</a:t>
            </a:r>
          </a:p>
          <a:p>
            <a:r>
              <a:rPr lang="ru-RU" dirty="0" err="1"/>
              <a:t>SQLAlchemy</a:t>
            </a:r>
            <a:r>
              <a:rPr lang="en-US" dirty="0"/>
              <a:t> </a:t>
            </a:r>
          </a:p>
          <a:p>
            <a:r>
              <a:rPr lang="en-US" dirty="0"/>
              <a:t>flask, flask-wtf </a:t>
            </a:r>
          </a:p>
          <a:p>
            <a:r>
              <a:rPr lang="en-US" dirty="0"/>
              <a:t>bootstrap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07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DC3F5-9B86-4DB0-90BE-C641DDE45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html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E0B779-B0CB-4B3A-AB99-A1DDC1ADC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</a:t>
            </a:r>
          </a:p>
          <a:p>
            <a:r>
              <a:rPr lang="en-US" dirty="0"/>
              <a:t>login</a:t>
            </a:r>
          </a:p>
          <a:p>
            <a:r>
              <a:rPr lang="en-US" dirty="0"/>
              <a:t>map</a:t>
            </a:r>
          </a:p>
          <a:p>
            <a:r>
              <a:rPr lang="en-US" dirty="0"/>
              <a:t>profile</a:t>
            </a:r>
          </a:p>
          <a:p>
            <a:r>
              <a:rPr lang="en-US" dirty="0"/>
              <a:t>register</a:t>
            </a:r>
          </a:p>
          <a:p>
            <a:r>
              <a:rPr lang="en-US" dirty="0"/>
              <a:t>upload</a:t>
            </a:r>
          </a:p>
        </p:txBody>
      </p:sp>
    </p:spTree>
    <p:extLst>
      <p:ext uri="{BB962C8B-B14F-4D97-AF65-F5344CB8AC3E}">
        <p14:creationId xmlns:p14="http://schemas.microsoft.com/office/powerpoint/2010/main" val="206437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C88FC-2791-4E43-9751-DF1E5C30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7DED16-30C7-4A2D-88B1-916CFEF2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ru-RU" dirty="0"/>
              <a:t>Добавление токенов</a:t>
            </a:r>
          </a:p>
          <a:p>
            <a:r>
              <a:rPr lang="ru-RU" dirty="0"/>
              <a:t>Шифровка паролей</a:t>
            </a:r>
          </a:p>
          <a:p>
            <a:r>
              <a:rPr lang="ru-RU" dirty="0"/>
              <a:t>Улучшение интерфейса</a:t>
            </a:r>
          </a:p>
          <a:p>
            <a:r>
              <a:rPr lang="ru-RU" dirty="0"/>
              <a:t>Добавление рекламы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881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86F36F-0370-449D-92E1-F2BC1CC93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1791589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763095326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2</TotalTime>
  <Words>68</Words>
  <Application>Microsoft Office PowerPoint</Application>
  <PresentationFormat>Широкоэкранный</PresentationFormat>
  <Paragraphs>23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Вид</vt:lpstr>
      <vt:lpstr>Cайт с интеграцией static api</vt:lpstr>
      <vt:lpstr>Принцип работы</vt:lpstr>
      <vt:lpstr>Технологии</vt:lpstr>
      <vt:lpstr>html</vt:lpstr>
      <vt:lpstr>Перспективы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Cайт с интеграцией static api</dc:title>
  <dc:creator>Egor</dc:creator>
  <cp:lastModifiedBy>Egor</cp:lastModifiedBy>
  <cp:revision>2</cp:revision>
  <dcterms:created xsi:type="dcterms:W3CDTF">2026-05-19T11:24:24Z</dcterms:created>
  <dcterms:modified xsi:type="dcterms:W3CDTF">2026-05-19T11:26:31Z</dcterms:modified>
</cp:coreProperties>
</file>