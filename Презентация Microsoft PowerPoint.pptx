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3EF5E-BEFE-4564-9975-AACEC3D64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A30A04-7097-4BE0-92FF-E78AB4B12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3AC162-B7AD-40B8-B9FB-1906A4CB7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6F0B-1905-4588-9D86-CE72EDE03308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78CB48-DDB0-4BE5-8767-AAD2CB35D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02BE24-9B0C-4E59-842F-11877B5A9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5CA94-EBB6-485A-9D3C-59CE38FBD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017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849B8A-B928-4117-AAA5-EFCBD5C7C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BC1079-09A0-4211-8EF5-44AB5C5C0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538904-7CF3-40AA-A695-D63C8E26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6F0B-1905-4588-9D86-CE72EDE03308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E19A85-F811-4540-AA85-7C918A61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82C09A-600E-4EBA-B3E4-96BDCF6AD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5CA94-EBB6-485A-9D3C-59CE38FBD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109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ACCD2-7D73-42B7-A852-273DF97A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35A75F-4C8A-400D-8E97-FC483ADF4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4254E4-5051-4EEF-AC04-CD37DEFF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6F0B-1905-4588-9D86-CE72EDE03308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EE7497-EF05-490F-B4ED-66E6C14C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975059-58C6-491F-A708-635AEDBF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5CA94-EBB6-485A-9D3C-59CE38FBD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206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83E13-4F27-4CF8-9199-71C6A1EB6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3593BE-276E-4D41-A9E2-8C840BE47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DE073B-3E10-40B5-A880-931CFD6A5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B49D5F-C3D8-4C35-9700-C80D48BE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6F0B-1905-4588-9D86-CE72EDE03308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72631C-5E44-4E65-9B58-7203F0E1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B87E4E-C2C6-4A16-A854-F3ABC1C3B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5CA94-EBB6-485A-9D3C-59CE38FBD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154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C1E16-F621-450B-BDA9-3A84BBC6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2381A1-6852-4466-A4FD-F09538CA5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27E1E6-045C-44F2-9DBD-6A02D5796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2B0952-94F2-468F-BB64-19F7ABE59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654DBA6-ABDE-4DBA-BC79-A9710A0E19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F24D549-58DA-48F8-B073-7920B87F6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6F0B-1905-4588-9D86-CE72EDE03308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FB13D35-9704-44EC-8BAC-F99EE56E1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29CEBE2-175E-403E-B031-22F3E2924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5CA94-EBB6-485A-9D3C-59CE38FBD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283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9F41B7-551F-426F-91D3-18C4D03F3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0F65B72-CEF9-40AE-A2FD-7CF196FA7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6F0B-1905-4588-9D86-CE72EDE03308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3F3B98C-B6FB-43B6-BF09-4049683D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E4070D7-2E4E-4B53-B1F4-4DCBC36A8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5CA94-EBB6-485A-9D3C-59CE38FBD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66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DBF6856-A178-4D35-A1DC-FFBC82E62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6F0B-1905-4588-9D86-CE72EDE03308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85DDBDA-D2BB-47DE-935E-9A91D4A22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FC31F7-F6FF-4BED-9CFA-E537359B5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5CA94-EBB6-485A-9D3C-59CE38FBD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822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793B91-E9E2-41D8-B55F-4DDD4979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13F501-B443-4BA6-A424-F2936C719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286493-B9F9-4580-AC03-CCDED9302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8F3029-4E77-4FCD-A9E1-5A90C993A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6F0B-1905-4588-9D86-CE72EDE03308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C5B7A4-A68F-4D08-861D-D2D2959A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A889E-D096-4200-A408-F946EBCB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5CA94-EBB6-485A-9D3C-59CE38FBD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386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E7A190-B34A-4EA8-A498-F26179E33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FDD5829-3707-4424-A5C7-588540F0F3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3D7D78-20E0-4DCC-B2D5-322F2AC13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1E7DE9-EDE0-4558-9074-3FC8453E1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6F0B-1905-4588-9D86-CE72EDE03308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6E26BD-1182-4088-8131-86B1AE5F4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8253B0-013C-429D-A704-244E80BBE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5CA94-EBB6-485A-9D3C-59CE38FBD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087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DBCFD1-840A-4078-A69F-E079FD29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B4C40F5-442D-45A4-AD86-063F61975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750789-FD02-4BA7-9DDF-94A6416B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6F0B-1905-4588-9D86-CE72EDE03308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DACA42-BB87-4DA1-A79B-696439E30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59A55D-6FAA-438A-B277-02B2D515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5CA94-EBB6-485A-9D3C-59CE38FBD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7861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1B5830A-F46F-4D96-9A92-AAB5C5D09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952CC4-AD26-442B-A333-8D9DF1526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82E4E6-B2BE-4978-A5E6-83A40C87B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6F0B-1905-4588-9D86-CE72EDE03308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11FF6F-0403-41BF-8DA1-1C4F0AF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D95CE0-ACE9-4D61-8DEE-3FDF1389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5CA94-EBB6-485A-9D3C-59CE38FBD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56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D2660D-E9D7-4085-AA0C-EF2700968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B65494-EFCF-4E64-A4C8-214C18E28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6935BD-91C3-47CF-AA49-43D184029A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E6F0B-1905-4588-9D86-CE72EDE03308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D7EC45-54C8-4129-A365-B9CAED4B63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ED2EB5-26BC-425E-A58D-771098E56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5CA94-EBB6-485A-9D3C-59CE38FBD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46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93A0E6-522E-4F54-A240-40BC070E6F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ru-RU" dirty="0" err="1"/>
              <a:t>айт</a:t>
            </a:r>
            <a:r>
              <a:rPr lang="ru-RU" dirty="0"/>
              <a:t> с интеграцией </a:t>
            </a:r>
            <a:r>
              <a:rPr lang="en-US" dirty="0"/>
              <a:t>static </a:t>
            </a:r>
            <a:r>
              <a:rPr lang="en-US" dirty="0" err="1"/>
              <a:t>api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BAD00D-9FC8-45C8-BC69-9E437991F3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019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0E426-4D4C-43E4-B2CA-45E717EEC6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Принцип работы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B69B5D-CD9D-40C0-8832-D68E7817FB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Пользователь заходит на сайт, регистрирует аккаунт, заходит в аккаунт, вбивает нужное название города или объекта после чего сайт выдает ему фотографию и ссылку </a:t>
            </a:r>
            <a:r>
              <a:rPr lang="ru-RU" dirty="0" err="1"/>
              <a:t>якарт</a:t>
            </a:r>
            <a:r>
              <a:rPr lang="ru-RU" dirty="0"/>
              <a:t> на данный объект</a:t>
            </a:r>
          </a:p>
        </p:txBody>
      </p:sp>
    </p:spTree>
    <p:extLst>
      <p:ext uri="{BB962C8B-B14F-4D97-AF65-F5344CB8AC3E}">
        <p14:creationId xmlns:p14="http://schemas.microsoft.com/office/powerpoint/2010/main" val="187142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A64F47-E0EE-4168-AF9C-89C3E8DCC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Технлогии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381D1-DBD3-4FBF-BBE5-D9A2DF5B1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Python3</a:t>
            </a:r>
          </a:p>
          <a:p>
            <a:r>
              <a:rPr lang="ru-RU" dirty="0" err="1"/>
              <a:t>SQLAlchemy</a:t>
            </a:r>
            <a:r>
              <a:rPr lang="en-US" dirty="0"/>
              <a:t> </a:t>
            </a:r>
          </a:p>
          <a:p>
            <a:r>
              <a:rPr lang="en-US" dirty="0"/>
              <a:t>flask, flask-wtf </a:t>
            </a:r>
          </a:p>
          <a:p>
            <a:r>
              <a:rPr lang="en-US" dirty="0"/>
              <a:t>bootstrap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6270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BF4BB-2605-46B7-BD0F-0B827149A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3644A7-DDA4-4552-8F71-2B46A3295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Добавление токенов</a:t>
            </a:r>
          </a:p>
          <a:p>
            <a:r>
              <a:rPr lang="ru-RU" dirty="0"/>
              <a:t>Шифровка паролей</a:t>
            </a:r>
          </a:p>
          <a:p>
            <a:r>
              <a:rPr lang="ru-RU" dirty="0"/>
              <a:t>Улучшение интерфейса</a:t>
            </a:r>
          </a:p>
          <a:p>
            <a:r>
              <a:rPr lang="ru-RU" dirty="0"/>
              <a:t>Добавление рекламы</a:t>
            </a:r>
          </a:p>
        </p:txBody>
      </p:sp>
    </p:spTree>
    <p:extLst>
      <p:ext uri="{BB962C8B-B14F-4D97-AF65-F5344CB8AC3E}">
        <p14:creationId xmlns:p14="http://schemas.microsoft.com/office/powerpoint/2010/main" val="3285567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0DF950-0207-4BC1-BE8B-0F7409850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</a:t>
            </a:r>
            <a:r>
              <a:rPr lang="ru-RU"/>
              <a:t>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A35D0B-1EC4-41FD-B995-A9FF4A5CF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Спас</a:t>
            </a:r>
          </a:p>
        </p:txBody>
      </p:sp>
    </p:spTree>
    <p:extLst>
      <p:ext uri="{BB962C8B-B14F-4D97-AF65-F5344CB8AC3E}">
        <p14:creationId xmlns:p14="http://schemas.microsoft.com/office/powerpoint/2010/main" val="10440912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58</Words>
  <Application>Microsoft Office PowerPoint</Application>
  <PresentationFormat>Широкоэкранный</PresentationFormat>
  <Paragraphs>15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Cайт с интеграцией static api</vt:lpstr>
      <vt:lpstr>Принцип работы</vt:lpstr>
      <vt:lpstr>Технлогии</vt:lpstr>
      <vt:lpstr>Перспективы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Cайт с интеграцией static api</dc:title>
  <dc:creator>HOME</dc:creator>
  <cp:lastModifiedBy>HOME</cp:lastModifiedBy>
  <cp:revision>1</cp:revision>
  <dcterms:created xsi:type="dcterms:W3CDTF">2026-05-18T12:10:48Z</dcterms:created>
  <dcterms:modified xsi:type="dcterms:W3CDTF">2026-05-18T12:19:14Z</dcterms:modified>
</cp:coreProperties>
</file>